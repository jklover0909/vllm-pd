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Hệ Thống Meibook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A6ADC8"/>
                </a:solidFill>
                <a:latin typeface="Helvetica"/>
              </a:defRPr>
            </a:pPr>
            <a:r>
              <a:t>Nền Tảng Hỏi Đáp Tài Liệu, Nghiên Cứu Chuyên Sâu &amp; Coding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2D42"/>
                </a:solidFill>
                <a:latin typeface="Helvetica"/>
              </a:defRPr>
            </a:pPr>
            <a:r>
              <a:t>1. Tổng quan Kiến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C3C46"/>
                </a:solidFill>
                <a:latin typeface="Helvetica"/>
              </a:defRPr>
            </a:pPr>
            <a:r>
              <a:t>Meibook là hệ thống tích hợp linh hoạt giữa Frontend, Backend và AI Models.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Frontend: Ứng dụng React SPA (Vite) cực kỳ nhanh nhẹn.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Backend: FastAPI đóng vai trò API Gateway phục vụ REST và SSE (cổng 8001).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Vector DB: Qdrant lưu trữ ngữ nghĩa tài liệu RAG (cổng 6333).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AI Router: LiteLLM quản lý và điều phối các Model LLM (cổng 4000).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2D42"/>
                </a:solidFill>
                <a:latin typeface="Helvetica"/>
              </a:defRPr>
            </a:pPr>
            <a:r>
              <a:t>2. Core AI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C3C46"/>
                </a:solidFill>
                <a:latin typeface="Helvetica"/>
              </a:defRPr>
            </a:pPr>
            <a:r>
              <a:t>Hệ thống tận dụng các mô hình và thư viện hiện đại nhất: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Parser: Sử dụng Docling hỗ trợ OCR cực mạnh qua GPU CUDA.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Embedder: BAAI/bge-m3 tạo vector 1024 chiều chuẩn hóa L2.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LLMs: Tích hợp Grok 4.20 Reasoning, OpenAI GPT-5.4 mini, và Gemma4 (Local).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Agent Framework: LangGraph kết hợp với kiến trúc MCP (Model Context Protocol).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2D42"/>
                </a:solidFill>
                <a:latin typeface="Helvetica"/>
              </a:defRPr>
            </a:pPr>
            <a:r>
              <a:t>3. Luồng xử lý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C3C46"/>
                </a:solidFill>
                <a:latin typeface="Helvetica"/>
              </a:defRPr>
            </a:pPr>
            <a:r>
              <a:t>Quy trình xử lý tài liệu thông minh (Nạp và Truy xuất):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- 1. Upload file nhiều định dạng (PDF, DOCX, Ảnh, HTML...).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- 2. Phân tích nội dung qua Docling, trích xuất text và OCR.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- 3. Chia đoạn (Chunking) nội dung: ~1000 ký tự có độ chồng lấn 20%.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- 4. Embedding và lưu trữ vào Qdrant với khóa session_id cô lập.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- 5. Trả lời người dùng theo cơ chế SSE Streaming theo thời gian thực.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2D42"/>
                </a:solidFill>
                <a:latin typeface="Helvetica"/>
              </a:defRPr>
            </a:pPr>
            <a:r>
              <a:t>4. Ba Chế Độ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C3C46"/>
                </a:solidFill>
                <a:latin typeface="Helvetica"/>
              </a:defRPr>
            </a:pPr>
            <a:r>
              <a:t>Hệ thống phân luồng ngữ cảnh để đạt độ chính xác cao nhất: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Hành chính nhân sự MKAC: Tra cứu quy định nội bộ, fallback ra web ngoài.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Quản lý MES: Truy vấn SQL Agent trên dữ liệu sản xuất thực tế.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Nghiên cứu tài liệu: Upload tài liệu cá nhân, phân tích cấu trúc bằng Grok 4.20.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2D42"/>
                </a:solidFill>
                <a:latin typeface="Helvetica"/>
              </a:defRPr>
            </a:pPr>
            <a:r>
              <a:t>5. Sức Mạnh Coding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C3C46"/>
                </a:solidFill>
                <a:latin typeface="Helvetica"/>
              </a:defRPr>
            </a:pPr>
            <a:r>
              <a:t>Tự động hóa tác vụ phát triển phần mềm qua endpoint /agent: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Điều phối bởi LangGraph: Quản lý vòng lặp suy luận và công cụ.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Chuẩn MCP: Cắm nóng các server thao tác Git và Filesystem.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Bảo mật tối đa: Giới hạn Workspace và bảo vệ qua AGENT_API_KEY.</a:t>
            </a:r>
          </a:p>
          <a:p>
            <a:pPr lvl="1">
              <a:defRPr sz="1800">
                <a:solidFill>
                  <a:srgbClr val="64646E"/>
                </a:solidFill>
                <a:latin typeface="Helvetica"/>
              </a:defRPr>
            </a:pPr>
            <a:r>
              <a:t>- Chế độ Fallback: Luôn giữ kết nối an toàn với filesystem cục bộ khi cần.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Xin Cảm Ơn!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A6ADC8"/>
                </a:solidFill>
                <a:latin typeface="Helvetica"/>
              </a:defRPr>
            </a:pPr>
            <a:r>
              <a:t>Hệ thống Meibook - Xây dựng giải pháp AI tiên tiến.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70756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dữ liệu RAG (Retrieval-Augmented Generation)</a:t>
            </a:r>
          </a:p>
        </p:txBody>
      </p:sp>
      <p:pic>
        <p:nvPicPr>
          <p:cNvPr id="3" name="Picture 2" descr="ra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08909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hoạt động Coding Agent</a:t>
            </a:r>
          </a:p>
        </p:txBody>
      </p:sp>
      <p:pic>
        <p:nvPicPr>
          <p:cNvPr id="3" name="Picture 2" descr="ag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639252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システム全体アーキテクチャ (System Architecture)</a:t>
            </a:r>
          </a:p>
        </p:txBody>
      </p:sp>
      <p:pic>
        <p:nvPicPr>
          <p:cNvPr id="3" name="Picture 2" descr="arch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71229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データフロー</a:t>
            </a:r>
          </a:p>
        </p:txBody>
      </p:sp>
      <p:pic>
        <p:nvPicPr>
          <p:cNvPr id="3" name="Picture 2" descr="rag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28115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Agent のワークフロー</a:t>
            </a:r>
          </a:p>
        </p:txBody>
      </p:sp>
      <p:pic>
        <p:nvPicPr>
          <p:cNvPr id="3" name="Picture 2" descr="agent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6568371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